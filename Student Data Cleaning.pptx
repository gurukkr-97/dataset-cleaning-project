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replace()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Department</c:v>
                  </c:pt>
                  <c:pt idx="1">
                    <c:v>Gender</c:v>
                  </c:pt>
                  <c:pt idx="2">
                    <c:v>Age</c:v>
                  </c:pt>
                  <c:pt idx="3">
                    <c:v>Theory</c:v>
                  </c:pt>
                  <c:pt idx="4">
                    <c:v>Practical</c:v>
                  </c:pt>
                  <c:pt idx="5">
                    <c:v>Total</c:v>
                  </c:pt>
                  <c:pt idx="6">
                    <c:v>Attendance</c:v>
                  </c:pt>
                  <c:pt idx="7">
                    <c:v>Scholarship</c:v>
                  </c:pt>
                  <c:pt idx="8">
                    <c:v>Adm. Date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7822</c:v>
                </c:pt>
                <c:pt idx="1">
                  <c:v>8010</c:v>
                </c:pt>
                <c:pt idx="2">
                  <c:v>2001</c:v>
                </c:pt>
                <c:pt idx="3">
                  <c:v>2020</c:v>
                </c:pt>
                <c:pt idx="4">
                  <c:v>2074</c:v>
                </c:pt>
                <c:pt idx="5">
                  <c:v>3024</c:v>
                </c:pt>
                <c:pt idx="6">
                  <c:v>2002</c:v>
                </c:pt>
                <c:pt idx="7">
                  <c:v>8037</c:v>
                </c:pt>
                <c:pt idx="8">
                  <c:v>1950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replace()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Department</c:v>
                  </c:pt>
                  <c:pt idx="1">
                    <c:v>Gender</c:v>
                  </c:pt>
                  <c:pt idx="2">
                    <c:v>Age</c:v>
                  </c:pt>
                  <c:pt idx="3">
                    <c:v>Theory</c:v>
                  </c:pt>
                  <c:pt idx="4">
                    <c:v>Practical</c:v>
                  </c:pt>
                  <c:pt idx="5">
                    <c:v>Total</c:v>
                  </c:pt>
                  <c:pt idx="6">
                    <c:v>Attendance</c:v>
                  </c:pt>
                  <c:pt idx="7">
                    <c:v>Scholarship</c:v>
                  </c:pt>
                  <c:pt idx="8">
                    <c:v>Adm. Date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13985</c:v>
                </c:pt>
                <c:pt idx="1">
                  <c:v>14129</c:v>
                </c:pt>
                <c:pt idx="2">
                  <c:v>6011</c:v>
                </c:pt>
                <c:pt idx="3">
                  <c:v>6030</c:v>
                </c:pt>
                <c:pt idx="4">
                  <c:v>6170</c:v>
                </c:pt>
                <c:pt idx="5">
                  <c:v>8017</c:v>
                </c:pt>
                <c:pt idx="6">
                  <c:v>5877</c:v>
                </c:pt>
                <c:pt idx="7">
                  <c:v>14180</c:v>
                </c:pt>
                <c:pt idx="8">
                  <c:v>5890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Loading the data: import and read_csv(). Imports Pandas as pd, then read_csv() loads the CSV file into a DataFrame named 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df.head(): view the first rows. Shows the first N rows so bad values can be spotted by eye.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df.columns: list the column names. Returns the names of all columns, useful for checking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df.info(): data types and non-null counts. Summarises each column's data type and how many values are not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df.isnull().sum(): count missing values. isnull() marks empty cells as True; sum() counts them for each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df.duplicated().sum(): find duplicate rows. duplicated() marks repeated rows; sum() counts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list(df.columns): column names as a list. Stores the column names in a Python list so one loop can run over every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replace(): turn ERROR and UNKNOWN into missing values. replace() swaps unwanted values for pd.NA so Pandas treats them as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fillna(): temporary zero placeholders. fillna() takes a dictionary of column and fill value. Zeros let the columns convert to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unique(): find distinct values in each column. unique() lists every distinct value in a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astype(): convert text to numbers. astype() changes a column's data type so it can be added and compared.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df.info() after type conversion. Confirms that the conversion worked.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 function: zero_count(). Loops over every row and counts placeholder zeros so progress can be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Rebuild Total Marks = Theory + Practical. When both parts are known, the total is calculated instead of guessed.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Rebuild Theory Marks = Total - Practical. If Total and Practical are known, Theory is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Rebuild Practical Marks = Total - Theory. The same formula, solved for the third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Fallback: split Total Marks 70 / 30. If only the total is known, Theory is estimated as 70% of it. round() keeps whole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median(): the typical value of a column. median() returns the middle value, which is not affected by extreme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replace(0, median): fill the remaining zeros. Placeholder zeros that arithmetic could not repair are replaced with the column median.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Recompute Total Marks after the median fill. Runs the first loop again so Total Marks matches the final Theory and Practical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 and Attendance Percent: median fill. These columns cannot be calculated from others, so the median fills the gaps.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value_counts(): count each category. Counts how often each value appears. dropna=False keeps missing values in the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Department: fill with random.choice(). apply() runs a lambda on every cell. Missing cells get a random department; others stay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Gender: fill with random.choice(). Fills missing genders randomly with Male or Female.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Admission Date: fill with the most common dates. head(10) finds the ten most common dates. Missing dates are filled from that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Scholarship: fillna('UNKNOWN'). Guessing Yes or No would invent data, so missing values are labelled UNKNOWN.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Saving the cleaned dataset: to_csv(). to_csv() writes the DataFrame to a CSV file. index=False leaves out the row-number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of Student Records using Python (Pandas)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dirty_student_records.csv     Output: clean_student_records.csv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overview: dirty_student_records.csv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 rows, 10 columns, 0 duplicate rows. Every column was read in as text.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560320"/>
                <a:gridCol w="2834640"/>
                <a:gridCol w="3474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values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needed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String, unique 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STU_3974650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needed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String, 7 categories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Law, Science, Medicine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13,985 missing: fill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String, 2 categories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Male, Female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14,129 missing: fill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Text, should be integer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to 25, UNKNOWN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6,011 bad: median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Theory Marks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Text, should be float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22.0, 58.0, UNKNOWN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6,030 bad: rebuild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Marks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Text, should be float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24.0, 11.0, UNKNOWN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6,170 bad: rebuild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Marks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Text, should be float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69.0, 32.0, ERROR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8,017 bad: Theory + Practical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Attendance Percent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Text, should be float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63.2, 92.3, ERROR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5,877 bad: median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Scholarship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String, Yes / 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14,180 missing: UNKNOWN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Admission 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String, YYYY-MM-DD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2024-07-10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5,890 missing: common dates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in the raw data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and UNKNOWN text typed inside numeric and category columns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(missing) cells in nine of the ten columns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stored as text, so calculations are not possible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Marks does not always match Theory Marks + Practical Marks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gap: Scholarship, with 14,180 bad or missing values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Pandas?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Python library for data analysis and cleaning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DataFrame: a table of rows and columns, like a spreadsheet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Series: one column of a DataFrame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and writes CSV, Excel, JSON and SQL data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built-in functions to find, fill, replace and convert values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with the short name pd:  import pandas as pd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followed in the project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CSV file with read_csv()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data with head(), columns, info(), isnull(), duplicated()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ERROR and UNKNOWN with missing values using replace()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columns to numbers with astype()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marks using arithmetic and median()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Department, Gender, Admission Date and Scholarship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result with to_csv()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the data: import and read_csv()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01498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pd.read_csv('dirty_student_records.csv')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print('done')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23744"/>
            <a:ext cx="11064240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 Pandas as pd, then read_csv() loads the CSV file into a DataFrame named df.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text and numbers make Pandas read every column as text.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Prints: done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 holds 100,000 rows and 10 columns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df.head(): view the first rows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52120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df.head(10)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29968"/>
            <a:ext cx="11064240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first N rows so bad values can be spotted by eye.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0: Total Marks is ERROR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1: Age is UNKNOWN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3: Department is NaN, Theory Marks is UNKNOWN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7: Attendance Percent is ERROR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df.columns: list the column names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52120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df.columns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29968"/>
            <a:ext cx="11064240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names of all columns, useful for checking spelling.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ID, Department, Gender, Age, Theory Marks, Practical Marks, Total Marks, Attendance Percent, Scholarship, Admission Date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df.info(): data types and non-null counts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52120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29968"/>
            <a:ext cx="11064240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Summarises each column's data type and how many values are not null.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showing as text means they must be converted later.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 entries, 10 columns, about 12.7 MB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columns are text (str)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Non-null: Department 92,178, Gender 91,990, Age 97,999, Scholarship 91,963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df.isnull().sum(): count missing values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52120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df.isnull().sum()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29968"/>
            <a:ext cx="11064240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isnull() marks empty cells as True; sum() counts them for each column.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counts only blank cells, not the text ERROR or UNKNOWN.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7,822; Gender 8,010; Scholarship 8,037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Marks 3,024; Practical Marks 2,074; Theory Marks 2,020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2,002; Age 2,001; Admission Date 1,950; Student ID 0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df.duplicated().sum(): find duplicate rows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76809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df.duplicated().sum()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 duplicates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76856"/>
            <a:ext cx="11064240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duplicated() marks repeated rows; sum() counts them.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0, so there are no duplicate rows to remove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list(df.columns): column names as a list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76809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 = list(df.columns)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76856"/>
            <a:ext cx="11064240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column names in a Python list so one loop can run over every column.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 = ['Student ID', 'Department', 'Gender', 'Age', ... , 'Admission Date']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replace(): turn ERROR and UNKNOWN into missing values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76809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col: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df[i] = df[i].replace(["ERROR", "UNKNOWN", ""], pd.NA)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76856"/>
            <a:ext cx="11064240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replace() swaps unwanted values for pd.NA so Pandas treats them as missing.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ERROR, UNKNOWN and empty text become missing values in every column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isnull().sum() again: missing values after replace()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75895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503920" y="13716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df.isnull().sum()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ERROR and UNKNOWN text now counts as missing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Marks: 3,024 to 8,017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Age: 2,001 to 6,011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fillna(): temporary zero placeholders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5087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df.fillna({'Theory Marks': '0',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'Practical Marks': '0',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'Total Marks': '0',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'Attendance Percent': '0',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'Age': '0'}, inplace=True)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fillna() takes a dictionary of column and fill value. Zeros let the columns convert to numbers.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zeros only mark values still to be repaired.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numeric columns have no missing cells left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unique(): find distinct values in each column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26187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col: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print("column name: ", i, df[i].unique())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print("*" * 100)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70632"/>
            <a:ext cx="11064240" cy="3538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unique() lists every distinct value in a column.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Age: 17 to 25 and the placeholder 0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Gender: Female, Male, nan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Scholarship: No, Yes, nan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Department: 7 departments and nan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astype(): convert text to numbers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5087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df["Theory Marks"] = df["Theory Marks"].astype(float)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df["Practical Marks"] = df["Practical Marks"].astype(float)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df["Total Marks"] = df["Total Marks"].astype(float)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df["Attendance Percent"] = df["Attendance Percent"].astype(float)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df["Age"] = df["Age"].astype(int)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astype() changes a column's data type so it can be added and compared.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 only after ERROR and UNKNOWN were removed.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and attendance columns become float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becomes integer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df.info() after type conversion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52120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29968"/>
            <a:ext cx="11064240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that the conversion worked.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Age: int64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Theory, Practical, Total, Attendance: float64 (100,000 non-null each)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86,015; Gender 85,871; Scholarship 85,820; Admission Date 94,110 non-null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function: zero_count()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224942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zero_count(col_name):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 = 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df.index: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df.loc[i, col_name] == 0 or str(df.loc[i, col_name]) == "0":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count +=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print(f"{col_name} zero count : {count}")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col: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zero_count(i)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58184"/>
            <a:ext cx="11064240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over every row and counts placeholder zeros so progress can be measured.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6,011; Theory 7,323; Practical 9,296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Marks 8,066; Attendance 5,877; text columns 0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Total Marks = Theory + Practical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01498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df.index: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df.loc[i,'Theory Marks'] != 0 and df.loc[i,'Practical Marks'] != 0: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df.loc[i,'Total Marks'] = df.loc[i,'Theory Marks'] + df.loc[i,'Practical Marks']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23744"/>
            <a:ext cx="11064240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both parts are known, the total is calculated instead of guessed.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Marks zero count: 8,066 to 1,336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Theory Marks = Total - Practical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01498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df.index: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df.loc[i,'Total Marks'] != 0 and df.loc[i,'Practical Marks'] != 0: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df.loc[i,'Theory Marks'] = df.loc[i,'Total Marks'] - df.loc[i,'Practical Marks']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23744"/>
            <a:ext cx="11064240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Total and Practical are known, Theory is the difference.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Marks zero count: 7,323 to 2,356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Practical Marks = Total - Theory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01498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df.index: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df.loc[i,'Total Marks'] != 0 and df.loc[i,'Theory Marks'] != 0: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df.loc[i,'Practical Marks'] = df.loc[i,'Total Marks'] - df.loc[i,'Theory Marks']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23744"/>
            <a:ext cx="11064240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formula, solved for the third column.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two of the three columns give the third.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Marks zero count: 9,296 to 4,112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split Total Marks 70 / 30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26187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df.index: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(df.loc[i,'Practical Marks'] == 0 and df.loc[i,'Theory Marks'] == 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and df.loc[i,'Total Marks'] != 0):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df.loc[i,'Theory Marks'] = (df.loc[i,'Total Marks'] * 0.7).round()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70632"/>
            <a:ext cx="11064240" cy="3538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only the total is known, Theory is estimated as 70% of it. round() keeps whole numbers.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Marks zero count: 2,356 to 1,821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Marks is then recalculated as Total - Theory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median(): the typical value of a column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26187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tmed = df['Theory Marks'].median()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print(f"{'Theory Marks'}: median = {tmed}")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pmed = df['Practical Marks'].median()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print(f"{'Practical Marks'}: median = {pmed}")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70632"/>
            <a:ext cx="11064240" cy="3538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median() returns the middle value, which is not affected by extreme values.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Marks: median = 35.0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Marks: median = 15.0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replace(0, median): fill the remaining zeros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76809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df['Practical Marks'] = df['Practical Marks'].replace(0, pmed)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df['Theory Marks'] = df['Theory Marks'].replace(0, tmed)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76856"/>
            <a:ext cx="11064240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zeros that arithmetic could not repair are replaced with the column median.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Marks zero count: 0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Marks zero count: 0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Total Marks after the median fill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01498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df.index: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df.loc[i,'Theory Marks'] != 0 and df.loc[i,'Practical Marks'] != 0: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df.loc[i,'Total Marks'] = df.loc[i,'Theory Marks'] + df.loc[i,'Practical Marks']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23744"/>
            <a:ext cx="11064240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first loop again so Total Marks matches the final Theory and Practical values.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Marks zero count: 0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and Attendance Percent: median fill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26187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a_med = df['Age'].median()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at_med = df['Attendance Percent'].median()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df['Age'] = df['Age'].replace(0, a_med)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df['Attendance Percent'] = df['Attendance Percent'].replace(0, at_med)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70632"/>
            <a:ext cx="11064240" cy="3538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columns cannot be calculated from others, so the median fills the gaps.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Age: median = 21.0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Percent: median = 79.1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zero_count() now reports 0 for every column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value_counts(): count each category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52120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df['Department'].value_counts(dropna=False)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29968"/>
            <a:ext cx="11064240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how often each value appears. dropna=False keeps missing values in the count.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 13,985; Law 12,465; Medicine 12,418; Arts 12,282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12,274; Engineering 12,261; Management 12,193; Science 12,122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Department: fill with random.choice()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26187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random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 = ['Law', 'Science', 'Medicine', 'Engineering', 'Arts', 'Management', 'Commerce']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df['Department'] = df['Department'].apply(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lambda x: random.choice(dept) if pd.isna(x) else x)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70632"/>
            <a:ext cx="11064240" cy="3538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apply() runs a lambda on every cell. Missing cells get a random department; others stay unchanged.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split was almost even, so random filling keeps it even.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departments: 13,985 to 0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department now has about 14,000 students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Gender: fill with random.choice()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26187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 = ['Male', 'Female']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df['Gender'] = df['Gender'].apply(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lambda x: random.choice(gen) if pd.isna(x) else x)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df['Gender'].value_counts(dropna=False)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70632"/>
            <a:ext cx="11064240" cy="3538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Fills missing genders randomly with Male or Female.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50,090; Male 49,910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genders: 14,129 to 0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Date: fill with the most common dates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5087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a_mod = df['Admission Date'].value_counts().head(10)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ran_date = ['2024-04-13','2024-03-31','2024-04-21','2024-12-31','2025-05-30',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'2023-07-25','2023-03-19','2023-12-27','2025-04-28','2024-03-15']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df['Admission Date'] = df['Admission Date'].apply(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lambda x: random.choice(ran_date) if pd.isna(x) else x)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head(10) finds the ten most common dates. Missing dates are filled from that list.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date: 2024-04-13 (116 students)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dates: 5,890 to 0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Scholarship: fillna('UNKNOWN')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76809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df.fillna({'Scholarship': 'UNKNOWN'}, inplace=True)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df.isnull().sum()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76856"/>
            <a:ext cx="11064240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Guessing Yes or No would invent data, so missing values are labelled UNKNOWN.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 missing: 14,180 to 0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isnull().sum() is 0 for all 10 columns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the cleaning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missing values in any column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100,000 rows kept; none were dropped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marks and attendance converted to numeric types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placeholder zeros left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values are estimates (median, calculated marks, random picks)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fills have no seed, so a re-run gives slightly different results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14,180 Scholarship values stay UNKNOWN on purpose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the cleaned dataset: to_csv()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76809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0698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df.to_csv("clean_student_records.csv", index=False)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print("Saved", df.shape, "to clean_student_records.csv")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76856"/>
            <a:ext cx="11064240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to_csv() writes the DataFrame to a CSV file. index=False leaves out the row-number column.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result: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(100000, 10) to clean_student_records.csv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Data Cleaning Project: Student Records</dc:title>
  <dc:subject>PptxGenJS Presentation</dc:subject>
  <dc:creator>PptxGenJS</dc:creator>
  <cp:lastModifiedBy>PptxGenJS</cp:lastModifiedBy>
  <cp:revision>1</cp:revision>
  <dcterms:created xsi:type="dcterms:W3CDTF">2026-10-07T08:31:13Z</dcterms:created>
  <dcterms:modified xsi:type="dcterms:W3CDTF">2026-10-07T08:31:13Z</dcterms:modified>
</cp:coreProperties>
</file>